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台股智選系統</a:t>
            </a:r>
          </a:p>
          <a:p>
            <a:r>
              <a:t>(Taiwan Stock Selector)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打造個人的自動化選股助手</a:t>
            </a:r>
          </a:p>
          <a:p/>
          <a:p>
            <a:r>
              <a:t>報告者：[您的名字]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專案動機與目標 (Why &amp; What)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為什麼要做這個？</a:t>
            </a:r>
          </a:p>
          <a:p>
            <a:pPr lvl="1"/>
            <a:r>
              <a:t>痛點：台股標的超過 2000 檔，逐一研究財報太耗時</a:t>
            </a:r>
          </a:p>
          <a:p>
            <a:pPr lvl="1"/>
            <a:r>
              <a:t>目標：開發一個自動化工具</a:t>
            </a:r>
          </a:p>
          <a:p>
            <a:pPr lvl="2"/>
            <a:r>
              <a:t>將複雜財務數據轉換為簡單的「0-10 分」評分</a:t>
            </a:r>
          </a:p>
          <a:p>
            <a:pPr lvl="2"/>
            <a:r>
              <a:t>提供視覺化的網頁選股介面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技術架構與關鍵函式庫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核心語言：Python 3.10+</a:t>
            </a:r>
          </a:p>
          <a:p>
            <a:pPr lvl="1"/>
            <a:r>
              <a:t>介面 (UI)：Streamlit</a:t>
            </a:r>
          </a:p>
          <a:p>
            <a:pPr lvl="2"/>
            <a:r>
              <a:t>快速建構 Web App，內建豐富互動組件 (Slider, Selectbox)</a:t>
            </a:r>
          </a:p>
          <a:p>
            <a:pPr lvl="1"/>
            <a:r>
              <a:t>資料處理：Pandas &amp; NumPy</a:t>
            </a:r>
          </a:p>
          <a:p>
            <a:pPr lvl="2"/>
            <a:r>
              <a:t>處理表格資料、計算財務指標 (ROE, PE, MA)</a:t>
            </a:r>
          </a:p>
          <a:p>
            <a:pPr lvl="1"/>
            <a:r>
              <a:t>AI 整合：OpenAI API + Regex (備援)</a:t>
            </a:r>
          </a:p>
          <a:p>
            <a:pPr lvl="1"/>
            <a:r>
              <a:t>資料來源：FinMind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介面操作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如何操作這個系統？</a:t>
            </a:r>
          </a:p>
          <a:p>
            <a:pPr lvl="1"/>
            <a:r>
              <a:t>1. 啟動：streamlit run main.py</a:t>
            </a:r>
          </a:p>
          <a:p>
            <a:pPr lvl="1"/>
            <a:r>
              <a:t>2. 側邊欄導航：切換不同功能 (搜尋、篩選、排名)</a:t>
            </a:r>
          </a:p>
          <a:p>
            <a:pPr lvl="1"/>
            <a:r>
              <a:t>3. 互動式篩選：使用滑桿即時過濾股票</a:t>
            </a:r>
          </a:p>
          <a:p>
            <a:pPr lvl="1"/>
            <a:r>
              <a:t>4. AI 智慧選股：混合式設計 (Hybrid Design)</a:t>
            </a:r>
          </a:p>
          <a:p>
            <a:pPr lvl="2"/>
            <a:r>
              <a:t>模式一：OpenAI 語意理解 (精準)</a:t>
            </a:r>
          </a:p>
          <a:p>
            <a:pPr lvl="2"/>
            <a:r>
              <a:t>模式二：Regex 關鍵字匹配 (穩健備援)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系統結構 (Project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📁 main.py (程式入口)</a:t>
            </a:r>
          </a:p>
          <a:p>
            <a:pPr/>
            <a:r>
              <a:t>📁 pages/ (多頁面管理)</a:t>
            </a:r>
          </a:p>
          <a:p>
            <a:pPr lvl="1"/>
            <a:r>
              <a:t>1_搜尋.py, 2_篩選.py, 3_排名.py...</a:t>
            </a:r>
          </a:p>
          <a:p>
            <a:pPr/>
            <a:r>
              <a:t>📁 src/ (核心邏輯模組)</a:t>
            </a:r>
          </a:p>
          <a:p>
            <a:pPr lvl="1"/>
            <a:r>
              <a:t>data_fetcher.py: 資料爬蟲與快取管理 (Offline-First)</a:t>
            </a:r>
          </a:p>
          <a:p>
            <a:pPr lvl="1"/>
            <a:r>
              <a:t>stock_analyzer.py: 11項指標計算與評分演算法</a:t>
            </a:r>
          </a:p>
          <a:p>
            <a:pPr lvl="1"/>
            <a:r>
              <a:t>finmind_api.py: 串接外部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核心演算法：評分系統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如何將複雜數據變為 0-10 分？</a:t>
            </a:r>
          </a:p>
          <a:p>
            <a:pPr lvl="1"/>
            <a:r>
              <a:t>一般股票 (Stock) 權重：</a:t>
            </a:r>
          </a:p>
          <a:p>
            <a:pPr lvl="2"/>
            <a:r>
              <a:t>獲利能力 (ROE) 40% + 估值 (PE) 30% + 其他 30%</a:t>
            </a:r>
          </a:p>
          <a:p>
            <a:pPr lvl="1"/>
            <a:r>
              <a:t>ETF 權重：</a:t>
            </a:r>
          </a:p>
          <a:p>
            <a:pPr lvl="2"/>
            <a:r>
              <a:t>殖利率 80% + 配息穩定度 20%</a:t>
            </a:r>
          </a:p>
          <a:p>
            <a:pPr lvl="1"/>
            <a:r>
              <a:t>標準化處理：</a:t>
            </a:r>
          </a:p>
          <a:p>
            <a:pPr lvl="2"/>
            <a:r>
              <a:t>將不同單位的指標 (%, 元, 倍) 映射到 0-100 分數區間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遭遇困難與解決方案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問題 1：API 回應慢，導致網頁卡頓</a:t>
            </a:r>
          </a:p>
          <a:p>
            <a:pPr lvl="1"/>
            <a:r>
              <a:t>👉 解法：實作「離線快取機制」，預先下載並清洗資料</a:t>
            </a:r>
          </a:p>
          <a:p>
            <a:pPr/>
            <a:r>
              <a:t>問題 2：資料缺漏 (NaN)</a:t>
            </a:r>
          </a:p>
          <a:p>
            <a:pPr lvl="1"/>
            <a:r>
              <a:t>👉 解法：使用 Pandas 進行資料清理 (fillna/dropna) 並增加容錯邏輯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  <a:p>
            <a:r>
              <a:t>感謝聆聽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